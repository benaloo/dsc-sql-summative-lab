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Summative Lab — Project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2026-05-03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Connected to SQLite database and exposed a pandas read_sql helper</a:t>
            </a:r>
          </a:p>
          <a:p>
            <a:pPr lvl="1"/>
            <a:r>
              <a:t>Implemented targeted SQL queries for customer, payments, orders, products, and employees</a:t>
            </a:r>
          </a:p>
          <a:p>
            <a:pPr lvl="1"/>
            <a:r>
              <a:t>Added plotting code (matplotlib/seaborn) for three visualizations</a:t>
            </a:r>
          </a:p>
          <a:p>
            <a:pPr lvl="1"/>
            <a:r>
              <a:t>Closed DB connection and scaffolded Part 2 exploratory starter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Queries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California customers with creditLimit &gt; 25000</a:t>
            </a:r>
          </a:p>
          <a:p>
            <a:pPr lvl="1"/>
            <a:r>
              <a:t>International customers with 'Collect' in name</a:t>
            </a:r>
          </a:p>
          <a:p>
            <a:pPr lvl="1"/>
            <a:r>
              <a:t>Average credit limit by US state</a:t>
            </a:r>
          </a:p>
          <a:p>
            <a:pPr lvl="1"/>
            <a:r>
              <a:t>Top 10 customers by total payments</a:t>
            </a:r>
          </a:p>
          <a:p>
            <a:pPr lvl="1"/>
            <a:r>
              <a:t>Customer-product totals (&gt;=10 units)</a:t>
            </a:r>
          </a:p>
          <a:p>
            <a:pPr lvl="1"/>
            <a:r>
              <a:t>Product line: num products vs total quantity</a:t>
            </a:r>
          </a:p>
          <a:p>
            <a:pPr lvl="1"/>
            <a:r>
              <a:t>Employees in offices with &lt;5 employees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Visuals Included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Bar: Average credit limit by state</a:t>
            </a:r>
          </a:p>
          <a:p>
            <a:pPr lvl="1"/>
            <a:r>
              <a:t>Bar: Top 10 customers by total payments</a:t>
            </a:r>
          </a:p>
          <a:p>
            <a:pPr lvl="1"/>
            <a:r>
              <a:t>Scatter: Product lines (num products vs total quantity)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137</Words>
  <Application>Microsoft Office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SQL Summative Lab — Project Summary</vt:lpstr>
      <vt:lpstr>What I Implemented</vt:lpstr>
      <vt:lpstr>Queries Implemented</vt:lpstr>
      <vt:lpstr>Visuals Included (code)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Summative Lab — Project Summary</dc:title>
  <dc:subject/>
  <dc:creator/>
  <cp:keywords/>
  <dc:description>generated using python-pptx</dc:description>
  <cp:lastModifiedBy>Allan Abok</cp:lastModifiedBy>
  <cp:revision>2</cp:revision>
  <dcterms:created xsi:type="dcterms:W3CDTF">2013-01-27T09:14:16Z</dcterms:created>
  <dcterms:modified xsi:type="dcterms:W3CDTF">2026-05-03T14:32:46Z</dcterms:modified>
  <cp:category/>
</cp:coreProperties>
</file>